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— NOTEBOOK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notebook-engine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grid-quantized sketch canvas for rapid wireframing.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  •  actix-web  •  canvas  •  GRID design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75520" y="5029200"/>
            <a:ext cx="1645920" cy="914400"/>
          </a:xfrm>
          <a:prstGeom prst="rect">
            <a:avLst/>
          </a:prstGeom>
          <a:solidFill>
            <a:srgbClr val="F59E0B">
              <a:alpha val="14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5394960"/>
            <a:ext cx="914400" cy="182880"/>
          </a:xfrm>
          <a:prstGeom prst="rect">
            <a:avLst/>
          </a:prstGeom>
          <a:solidFill>
            <a:srgbClr val="F59E0B">
              <a:alpha val="14000"/>
            </a:srgbClr>
          </a:solidFill>
          <a:ln w="1905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layout thinking has no good home.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566160" cy="3291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heavy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sketch becomes a commitment. Edit history is structural. Exploration is expensive.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743200"/>
            <a:ext cx="3566160" cy="3291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snap, no undo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illegible once iterated. Nothing aligns. Changes mean redrawing the whole page.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2743200"/>
            <a:ext cx="3566160" cy="329184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+ undo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keeps everything aligned. Ctrl+Z rewinds. Right-click prunes. Zero commitment.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 —  LANDING PAGE WIREFRAME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shape of a page in under a minute.</a:t>
            </a:r>
            <a:endParaRPr lang="en-US" sz="2800" dirty="0"/>
          </a:p>
        </p:txBody>
      </p:sp>
      <p:pic>
        <p:nvPicPr>
          <p:cNvPr id="4" name="Image 0" descr="/tmp/wf_state3_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7112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1784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SEE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117840" y="248716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464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bar — thin header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17840" y="292608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46440" y="2816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large tall section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17840" y="3364992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46440" y="3255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cards — 3 equal tiles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17840" y="3803904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46440" y="3694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+ sidebar — split band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17840" y="4242816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46440" y="4133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— thin closer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17840" y="5029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reads without a single label.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 —  THREE DRAGS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drag commits a region. Each region sharpens the page.</a:t>
            </a:r>
            <a:endParaRPr lang="en-US" sz="2200" dirty="0"/>
          </a:p>
        </p:txBody>
      </p:sp>
      <p:pic>
        <p:nvPicPr>
          <p:cNvPr id="4" name="Image 0" descr="/tmp/wf_state1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0"/>
            <a:ext cx="3657600" cy="23513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431727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EMPTY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0040" y="463731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Open. Grid visible.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defines the page edge.</a:t>
            </a:r>
            <a:endParaRPr lang="en-US" sz="1300" dirty="0"/>
          </a:p>
        </p:txBody>
      </p:sp>
      <p:pic>
        <p:nvPicPr>
          <p:cNvPr id="7" name="Image 1" descr="/tmp/wf_state2_skelet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28800"/>
            <a:ext cx="3657600" cy="23513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51960" y="431727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SKELETON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51960" y="463731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drags.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+ hero commit the top of the page.</a:t>
            </a:r>
            <a:endParaRPr lang="en-US" sz="1300" dirty="0"/>
          </a:p>
        </p:txBody>
      </p:sp>
      <p:pic>
        <p:nvPicPr>
          <p:cNvPr id="10" name="Image 2" descr="/tmp/wf_state3_comple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828800"/>
            <a:ext cx="3657600" cy="23513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83880" y="431727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COMPLETE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83880" y="463731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more drags.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landing page, sized and aligned.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solidFill>
            <a:srgbClr val="17171F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14400" y="5943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  </a:t>
            </a:r>
            <a:pPr indent="0" marL="0">
              <a:buNone/>
            </a:pPr>
            <a:r>
              <a:rPr lang="en-US" sz="140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commit 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ctrl+z  </a:t>
            </a:r>
            <a:pPr indent="0" marL="0">
              <a:buNone/>
            </a:pPr>
            <a:r>
              <a:rPr lang="en-US" sz="140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undo 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  </a:t>
            </a:r>
            <a:pPr indent="0" marL="0">
              <a:buNone/>
            </a:pPr>
            <a:r>
              <a:rPr lang="en-US" sz="140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remove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surface. One idea, executed cleanly.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• actix-web • tracing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•  GET /api/grid  •  GET /static/{file}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GridConfig::quantize(x, y) — shared in Rust + 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canvas — no framework, no bundler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design system — dark-first, amber primary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5166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integration tests against the public lib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761488"/>
            <a:ext cx="109728" cy="10972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651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POST /api/blocks, blocks survive refresh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264408"/>
            <a:ext cx="109728" cy="10972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 — --dev flag serves /static from disk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767328"/>
            <a:ext cx="109728" cy="10972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657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 — click a block, type a name (NAV, HERO)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4270248"/>
            <a:ext cx="109728" cy="10972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— write blocks → HTML skeleton with CSS grid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4773168"/>
            <a:ext cx="109728" cy="10972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Multi-colour — a second palette for categorical sketches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720840"/>
            <a:ext cx="1216152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~/gruff/workspace/rust-prototype      •      cargo run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notebook-engine — wireframe canvas</dc:title>
  <dc:subject>PptxGenJS Presentation</dc:subject>
  <dc:creator>notebook-engine</dc:creator>
  <cp:lastModifiedBy>notebook-engine</cp:lastModifiedBy>
  <cp:revision>1</cp:revision>
  <dcterms:created xsi:type="dcterms:W3CDTF">2026-04-23T17:56:29Z</dcterms:created>
  <dcterms:modified xsi:type="dcterms:W3CDTF">2026-04-23T17:56:29Z</dcterms:modified>
</cp:coreProperties>
</file>